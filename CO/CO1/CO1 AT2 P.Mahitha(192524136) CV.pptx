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2" r:id="rId15"/>
    <p:sldId id="273" r:id="rId16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7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9376" y="1901633"/>
            <a:ext cx="7654846" cy="2132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977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62" y="2323351"/>
            <a:ext cx="6898640" cy="1898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1049376" y="2057399"/>
            <a:ext cx="7713624" cy="2379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700"/>
              </a:lnSpc>
              <a:spcBef>
                <a:spcPts val="100"/>
              </a:spcBef>
            </a:pPr>
            <a:r>
              <a:rPr lang="en-US" sz="4400" b="1" dirty="0"/>
              <a:t>Title 1:</a:t>
            </a:r>
            <a:r>
              <a:rPr lang="en-US" sz="4400" dirty="0"/>
              <a:t> Music Streaming Application  Playlist Management Using Doubly Linked List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669684" cy="12437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53200" y="5715000"/>
            <a:ext cx="2362200" cy="6885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660" marR="5080" indent="-60960">
              <a:lnSpc>
                <a:spcPct val="121300"/>
              </a:lnSpc>
              <a:spcBef>
                <a:spcPts val="95"/>
              </a:spcBef>
            </a:pPr>
            <a:r>
              <a:rPr sz="1900" b="1" dirty="0">
                <a:latin typeface="Times New Roman"/>
                <a:cs typeface="Times New Roman"/>
              </a:rPr>
              <a:t>PRESENTED</a:t>
            </a:r>
            <a:r>
              <a:rPr sz="1900" b="1" spc="114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BY</a:t>
            </a:r>
            <a:r>
              <a:rPr sz="1900" spc="-25" dirty="0">
                <a:latin typeface="Times New Roman"/>
                <a:cs typeface="Times New Roman"/>
              </a:rPr>
              <a:t>: </a:t>
            </a:r>
            <a:r>
              <a:rPr sz="1900" spc="-10" dirty="0">
                <a:latin typeface="Times New Roman"/>
                <a:cs typeface="Times New Roman"/>
              </a:rPr>
              <a:t>P.Mahitha(192524136)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D30E1-DDF5-A620-CAFE-4396AFE6EC24}"/>
              </a:ext>
            </a:extLst>
          </p:cNvPr>
          <p:cNvSpPr txBox="1"/>
          <p:nvPr/>
        </p:nvSpPr>
        <p:spPr>
          <a:xfrm>
            <a:off x="914399" y="5715000"/>
            <a:ext cx="2286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:</a:t>
            </a:r>
          </a:p>
          <a:p>
            <a:r>
              <a:rPr lang="en-US" dirty="0" err="1"/>
              <a:t>Dr.T.Rajesh</a:t>
            </a:r>
            <a:r>
              <a:rPr lang="en-US" dirty="0"/>
              <a:t>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29424" y="562077"/>
            <a:ext cx="4774565" cy="741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15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2057400"/>
            <a:ext cx="9210382" cy="5184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streaming applications store songs in playlists for easy access.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add, remove, and reorder songs at any time.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playlist changes dynamically based on user preferences.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playlist management improves performance and user experience.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well suited because it supports flexible insertion, deletion, and navigation between songs</a:t>
            </a:r>
            <a:r>
              <a:rPr lang="en-US" sz="3200" dirty="0"/>
              <a:t>. 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130517" cy="13031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98259"/>
            <a:ext cx="1437982" cy="1204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7356853" cy="938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20"/>
              </a:spcBef>
            </a:pPr>
            <a:r>
              <a:rPr lang="en-US" sz="6000" dirty="0"/>
              <a:t>OPERATIONS </a:t>
            </a:r>
            <a:endParaRPr lang="en-US" sz="6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3" y="67866"/>
            <a:ext cx="1295400" cy="1066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799" y="67867"/>
            <a:ext cx="1625339" cy="1303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ECF53A-D8EA-0258-6C87-27786A15A94D}"/>
              </a:ext>
            </a:extLst>
          </p:cNvPr>
          <p:cNvSpPr txBox="1"/>
          <p:nvPr/>
        </p:nvSpPr>
        <p:spPr>
          <a:xfrm>
            <a:off x="381000" y="2042160"/>
            <a:ext cx="876300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 new song at the beginning, end, or any position in the playlist.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a selected song from the playlist.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 to the next or previous song easily.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 the position of songs by moving them within the playlist.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current playlist in the desired order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81000" y="373855"/>
            <a:ext cx="10117849" cy="1058446"/>
          </a:xfrm>
          <a:prstGeom prst="rect">
            <a:avLst/>
          </a:prstGeom>
        </p:spPr>
        <p:txBody>
          <a:bodyPr vert="horz" wrap="square" lIns="0" tIns="377650" rIns="0" bIns="0" rtlCol="0">
            <a:spAutoFit/>
          </a:bodyPr>
          <a:lstStyle/>
          <a:p>
            <a:pPr marL="2494280">
              <a:lnSpc>
                <a:spcPct val="100000"/>
              </a:lnSpc>
              <a:spcBef>
                <a:spcPts val="90"/>
              </a:spcBef>
            </a:pPr>
            <a:r>
              <a:rPr lang="en-US" sz="4400" b="1" dirty="0"/>
              <a:t>    APPLICATIONS</a:t>
            </a:r>
            <a:endParaRPr lang="en-US" sz="44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402" y="1669127"/>
            <a:ext cx="8223997" cy="4705134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streaming platforms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(Spotify, Apple Music, YouTube Music)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players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playlist management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queue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(Next/Previous song)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Podcast playlist organization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music library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3195" indent="-163195">
              <a:lnSpc>
                <a:spcPct val="100000"/>
              </a:lnSpc>
              <a:spcBef>
                <a:spcPts val="930"/>
              </a:spcBef>
              <a:buSzPct val="97058"/>
              <a:buFont typeface="Microsoft Sans Serif"/>
              <a:buChar char="•"/>
              <a:tabLst>
                <a:tab pos="163195" algn="l"/>
              </a:tabLst>
            </a:pPr>
            <a:endParaRPr sz="38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317755" cy="1295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1000" y="86697"/>
            <a:ext cx="1679192" cy="1208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37537" y="533400"/>
            <a:ext cx="9406383" cy="1552218"/>
          </a:xfrm>
          <a:prstGeom prst="rect">
            <a:avLst/>
          </a:prstGeom>
        </p:spPr>
        <p:txBody>
          <a:bodyPr vert="horz" wrap="square" lIns="0" tIns="180846" rIns="0" bIns="0" rtlCol="0">
            <a:spAutoFit/>
          </a:bodyPr>
          <a:lstStyle/>
          <a:p>
            <a:pPr marL="34925">
              <a:spcBef>
                <a:spcPts val="120"/>
              </a:spcBef>
            </a:pPr>
            <a:r>
              <a:rPr sz="4200" spc="-130" dirty="0"/>
              <a:t> </a:t>
            </a:r>
            <a:r>
              <a:rPr lang="en-US" sz="4200" spc="-130" dirty="0"/>
              <a:t>      </a:t>
            </a:r>
            <a:r>
              <a:rPr lang="en-US" sz="4400" b="1" dirty="0"/>
              <a:t>CONCLUSION</a:t>
            </a:r>
            <a:r>
              <a:rPr lang="en-US" sz="4400" dirty="0"/>
              <a:t> </a:t>
            </a:r>
            <a:br>
              <a:rPr lang="en-US" sz="4400" b="1" dirty="0"/>
            </a:br>
            <a:endParaRPr sz="42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44" y="283869"/>
            <a:ext cx="1169856" cy="11639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6063" y="283869"/>
            <a:ext cx="1408937" cy="11639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D83CE1-4853-FF03-A595-06BBEA42F345}"/>
              </a:ext>
            </a:extLst>
          </p:cNvPr>
          <p:cNvSpPr txBox="1"/>
          <p:nvPr/>
        </p:nvSpPr>
        <p:spPr>
          <a:xfrm>
            <a:off x="118617" y="2085618"/>
            <a:ext cx="9406383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 provides flexible playlist management.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fast insertion, deletion, and reordering of songs.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and backward navigation is simple and efficient.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dynamic playlist updates effectively.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 is the most suitable data structure for music streaming playlists.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 rot="10800000" flipV="1">
            <a:off x="-838202" y="3181037"/>
            <a:ext cx="10744201" cy="1583134"/>
          </a:xfrm>
          <a:prstGeom prst="rect">
            <a:avLst/>
          </a:prstGeom>
        </p:spPr>
        <p:txBody>
          <a:bodyPr vert="horz" wrap="square" lIns="0" tIns="135263" rIns="0" bIns="0" rtlCol="0">
            <a:spAutoFit/>
          </a:bodyPr>
          <a:lstStyle/>
          <a:p>
            <a:pPr marL="1703705" algn="l">
              <a:lnSpc>
                <a:spcPct val="100000"/>
              </a:lnSpc>
              <a:spcBef>
                <a:spcPts val="90"/>
              </a:spcBef>
            </a:pPr>
            <a:r>
              <a:rPr lang="en-US" b="1" dirty="0"/>
              <a:t>Title 2: </a:t>
            </a:r>
            <a:r>
              <a:rPr lang="en-US" dirty="0"/>
              <a:t>Dictionary Application  Word Search Using Hash Table</a:t>
            </a:r>
            <a:endParaRPr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3A6A32B0-E087-0FF9-77CF-5C84B187FA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669684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49" y="373855"/>
            <a:ext cx="9720100" cy="1583134"/>
          </a:xfrm>
          <a:prstGeom prst="rect">
            <a:avLst/>
          </a:prstGeom>
        </p:spPr>
        <p:txBody>
          <a:bodyPr vert="horz" wrap="square" lIns="0" tIns="135263" rIns="0" bIns="0" rtlCol="0">
            <a:spAutoFit/>
          </a:bodyPr>
          <a:lstStyle/>
          <a:p>
            <a:pPr marL="1437640">
              <a:spcBef>
                <a:spcPts val="90"/>
              </a:spcBef>
            </a:pPr>
            <a:r>
              <a:rPr lang="en-US" b="1" dirty="0"/>
              <a:t>      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593055"/>
            <a:ext cx="9220200" cy="5212453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dictionary application stores a large collection of words and meanings.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to search for words quickly.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 improves the user experience.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structure should support efficient insertion and deletion.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choice because it provides very fast search performance. 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292950"/>
            <a:ext cx="1201388" cy="1219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7907" y="86696"/>
            <a:ext cx="1812286" cy="17373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49" y="373855"/>
            <a:ext cx="9720100" cy="859859"/>
          </a:xfrm>
          <a:prstGeom prst="rect">
            <a:avLst/>
          </a:prstGeom>
        </p:spPr>
        <p:txBody>
          <a:bodyPr vert="horz" wrap="square" lIns="0" tIns="135263" rIns="0" bIns="0" rtlCol="0">
            <a:spAutoFit/>
          </a:bodyPr>
          <a:lstStyle/>
          <a:p>
            <a:r>
              <a:rPr lang="en-US" b="1" dirty="0"/>
              <a:t>                  </a:t>
            </a:r>
            <a:r>
              <a:rPr lang="en-US" sz="4400" b="1" dirty="0"/>
              <a:t>OPERATIONS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90600" y="1920335"/>
            <a:ext cx="6898640" cy="327346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Insert a new word into the dictionary.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Search for a word.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Update the meaning of a word.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Delete an existing word.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Display the search result. 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D62F-4784-9582-EC13-8613A1134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677108"/>
          </a:xfrm>
        </p:spPr>
        <p:txBody>
          <a:bodyPr/>
          <a:lstStyle/>
          <a:p>
            <a:r>
              <a:rPr lang="en-US" sz="4400" dirty="0"/>
              <a:t>               </a:t>
            </a:r>
            <a:r>
              <a:rPr lang="en-US" sz="4400" b="1" dirty="0"/>
              <a:t>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1EEFE-0487-4873-B3A3-0AEC47137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676400"/>
            <a:ext cx="6969802" cy="4824505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Online dictionary applications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Spell checker software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Search engines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Contact lookup systems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Word suggestion and autocomplete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C7248503-7CDF-6591-AA6C-B32F8C565A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95C259DD-621D-ED37-103F-DA6E60C340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24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B4E88-D840-21B4-3CA6-B1FE60B2D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677108"/>
          </a:xfrm>
        </p:spPr>
        <p:txBody>
          <a:bodyPr/>
          <a:lstStyle/>
          <a:p>
            <a:r>
              <a:rPr lang="en-US" sz="4400" dirty="0"/>
              <a:t>                 </a:t>
            </a:r>
            <a:r>
              <a:rPr lang="en-US" sz="4400" b="1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1BD81-B867-E6F3-0ACF-7C91FEECA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52601"/>
            <a:ext cx="9220200" cy="704944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Hash Tables provide very fast search performance.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They support quick insertion and deletion of words.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Average search time is </a:t>
            </a:r>
            <a:r>
              <a:rPr lang="en-US" sz="2800" b="1" dirty="0"/>
              <a:t>O(1)</a:t>
            </a:r>
            <a:r>
              <a:rPr lang="en-US" sz="2800" dirty="0"/>
              <a:t>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They efficiently organize large amounts of data.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Therefore, a Hash Table is the best data structure for dictionary applications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CBB692C-2BE4-A857-90CD-1D1FF663BA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BB2AEF9-2655-C6A8-41D5-07EDA7C238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8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7B638-30E1-EF72-57C3-419D6CDE1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200400"/>
            <a:ext cx="8458200" cy="1477328"/>
          </a:xfrm>
        </p:spPr>
        <p:txBody>
          <a:bodyPr/>
          <a:lstStyle/>
          <a:p>
            <a:r>
              <a:rPr lang="en-US" sz="4800" dirty="0"/>
              <a:t> </a:t>
            </a:r>
            <a:r>
              <a:rPr lang="en-US" sz="4800" b="1" dirty="0"/>
              <a:t>Title 3:</a:t>
            </a:r>
            <a:r>
              <a:rPr lang="en-US" sz="4800" dirty="0"/>
              <a:t>Task Scheduling System Using Priority Queue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5C59598-E6E1-F28C-EC15-E548686014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669684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3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ECCD-78A1-9F7D-572B-B80CA679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677108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INTRODUCTION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3D80D-C686-0315-C690-4F9191796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9144000" cy="698652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task scheduling system executes jobs based on their priority.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High-priority tasks are processed before low-priority tasks.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This improves system performance and resource utilization.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scheduling system should manage tasks efficiently.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Priority Queue (Heap)</a:t>
            </a:r>
            <a:r>
              <a:rPr lang="en-US" sz="2800" dirty="0"/>
              <a:t> is the most suitable data structure. </a:t>
            </a:r>
          </a:p>
          <a:p>
            <a:endParaRPr lang="en-US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7138287-5A8C-5443-2CB2-02719A52BD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054CA4C9-9803-1FE8-7D71-944303F691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63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2695-8E2C-5ED1-30BF-0ACAD5CC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738664"/>
          </a:xfrm>
        </p:spPr>
        <p:txBody>
          <a:bodyPr/>
          <a:lstStyle/>
          <a:p>
            <a:r>
              <a:rPr lang="en-US" sz="4800" b="1" dirty="0"/>
              <a:t>                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839F-C3C9-F6E9-5523-167A40F1C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562" y="2323351"/>
            <a:ext cx="6898640" cy="315419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Insert a new task.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Assign a priority to the task.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Execute the highest-priority task.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Remove the completed task.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Update the priority of a task.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AD7C58C-5C67-49D9-214A-6197C61142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3A8937A-AD53-46FE-D70D-0E0F8BF942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1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54C3-EE5C-4EBC-4351-B1C32432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738664"/>
          </a:xfrm>
        </p:spPr>
        <p:txBody>
          <a:bodyPr/>
          <a:lstStyle/>
          <a:p>
            <a:r>
              <a:rPr lang="en-US" sz="4800" b="1" dirty="0"/>
              <a:t>               APPLICATIONS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796F7-373A-1F2E-2CCE-81DE7014D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562" y="2323351"/>
            <a:ext cx="6898640" cy="315419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CPU process scheduling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Printer job scheduling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Hospital emergency systems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 Network packet scheduling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Cloud computing task management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7B1D279-BFCE-EA9D-CEAB-6FBAE48C57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B3F92874-26CF-8ECA-5464-0C2D096E3D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1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0B86-3287-2B8F-98F4-CFC639C7C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9" y="373855"/>
            <a:ext cx="9720100" cy="738664"/>
          </a:xfrm>
        </p:spPr>
        <p:txBody>
          <a:bodyPr/>
          <a:lstStyle/>
          <a:p>
            <a:r>
              <a:rPr lang="en-US" sz="4800" b="1" dirty="0"/>
              <a:t>               CONCLUSION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CAE95-3391-B13F-56B9-DADFC678D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1" y="1752600"/>
            <a:ext cx="9432048" cy="755727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Priority Queue executes the highest-priority task first.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provides efficient insertion and deletion of tasks.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improves scheduling speed and system performance.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It ensures better resource utilization.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Therefore, a Priority Queue (Heap) is the best data structure for task scheduling systems. </a:t>
            </a:r>
          </a:p>
          <a:p>
            <a:endParaRPr lang="en-US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80F5183-0520-9B3D-BDC5-A48073A625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045" y="1"/>
            <a:ext cx="1165355" cy="1233714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5472CDC-6BF9-1F87-3AD8-611CC47CE9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3399" y="86697"/>
            <a:ext cx="1526793" cy="12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4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</TotalTime>
  <Words>574</Words>
  <Application>Microsoft Office PowerPoint</Application>
  <PresentationFormat>Custom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Microsoft Sans Serif</vt:lpstr>
      <vt:lpstr>Times New Roman</vt:lpstr>
      <vt:lpstr>Office Theme</vt:lpstr>
      <vt:lpstr>Title 1: Music Streaming Application  Playlist Management Using Doubly Linked List</vt:lpstr>
      <vt:lpstr>INTRODUCTION</vt:lpstr>
      <vt:lpstr>OPERATIONS </vt:lpstr>
      <vt:lpstr>    APPLICATIONS</vt:lpstr>
      <vt:lpstr>       CONCLUSION  </vt:lpstr>
      <vt:lpstr>Title 2: Dictionary Application  Word Search Using Hash Table</vt:lpstr>
      <vt:lpstr>       INTRODUCTION </vt:lpstr>
      <vt:lpstr>                  OPERATIONS</vt:lpstr>
      <vt:lpstr>               APPLICATIONS</vt:lpstr>
      <vt:lpstr>                 CONCLUSION</vt:lpstr>
      <vt:lpstr>PowerPoint Presentation</vt:lpstr>
      <vt:lpstr>               INTRODUCTION</vt:lpstr>
      <vt:lpstr>                 OPERATIONS</vt:lpstr>
      <vt:lpstr>               APPLICATIONS</vt:lpstr>
      <vt:lpstr>             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DOC-20260502-WA0000_pptx_20260502_070314_0000.pptx</dc:title>
  <dc:creator>peram mahitha</dc:creator>
  <cp:lastModifiedBy>peram mahitha</cp:lastModifiedBy>
  <cp:revision>6</cp:revision>
  <dcterms:created xsi:type="dcterms:W3CDTF">2026-06-24T01:37:06Z</dcterms:created>
  <dcterms:modified xsi:type="dcterms:W3CDTF">2026-08-08T02:39:43Z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2026-06-24T00:00:00Z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2026-06-24T00:00:00Z</vt:filetime>
  </property>
</Properties>
</file>